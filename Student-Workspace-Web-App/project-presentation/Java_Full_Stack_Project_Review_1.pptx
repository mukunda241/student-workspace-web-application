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11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65387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Workspace Web Application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–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19536" y="5149516"/>
            <a:ext cx="2959768" cy="1470025"/>
          </a:xfrm>
        </p:spPr>
        <p:txBody>
          <a:bodyPr>
            <a:normAutofit/>
          </a:bodyPr>
          <a:lstStyle/>
          <a:p>
            <a:r>
              <a:rPr lang="en-US" sz="1800" dirty="0"/>
              <a:t>2410030241- S.N.V. Mukunda</a:t>
            </a:r>
          </a:p>
          <a:p>
            <a:r>
              <a:rPr lang="en-US" sz="1800" dirty="0"/>
              <a:t>2410030143- T. Dipak Reddy</a:t>
            </a:r>
          </a:p>
          <a:p>
            <a:r>
              <a:rPr lang="en-US" sz="1800" dirty="0"/>
              <a:t>2410030147- P. Vamsi</a:t>
            </a:r>
          </a:p>
          <a:p>
            <a:r>
              <a:rPr lang="en-US" sz="1800" dirty="0"/>
              <a:t>2410030148- S.V.V. Rithvik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20516"/>
            <a:ext cx="8229600" cy="4525963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and Objective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addressed by the application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 and use cases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scope of the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JavaScript, React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Java, Spring Boot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Git, Maven, IDE (Eclipse)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6996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Workspace Web Application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4600"/>
            <a:ext cx="8229600" cy="533876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E6C3C72-5A9D-5CCC-9115-9C1E942E3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734356"/>
            <a:ext cx="8026400" cy="4659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build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student-friendly web application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helps students plan and manage their daily college work.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help students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 track of tasks, exams, and submission dates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without confusion.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give students a place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write notes and store study files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easy access.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encourage students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 their work on time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showing their progress.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To help students </a:t>
            </a:r>
            <a:r>
              <a:rPr lang="en-US" sz="2000" b="1" dirty="0"/>
              <a:t>manage their time better</a:t>
            </a:r>
            <a:r>
              <a:rPr lang="en-US" sz="2000" dirty="0"/>
              <a:t>, reduce study stress, and support healthy learning habits.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517128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Many students face difficulty in managing their daily college work such as assignments, exams, and project deadlines.</a:t>
            </a:r>
          </a:p>
          <a:p>
            <a:r>
              <a:rPr lang="en-US" dirty="0"/>
              <a:t>Important tasks are often forgotten or missed because students depend on notebooks, phone notes, or memory. </a:t>
            </a:r>
          </a:p>
          <a:p>
            <a:r>
              <a:rPr lang="en-US" dirty="0"/>
              <a:t>Due to poor planning and lack of proper reminders, students feel stressed and struggle to complete their work on time.</a:t>
            </a:r>
          </a:p>
          <a:p>
            <a:r>
              <a:rPr lang="en-US" dirty="0"/>
              <a:t>This application addresses these problems by providing a </a:t>
            </a:r>
            <a:r>
              <a:rPr lang="en-US" b="1" dirty="0"/>
              <a:t>simple web-based solution</a:t>
            </a:r>
            <a:r>
              <a:rPr lang="en-US" dirty="0"/>
              <a:t> that helps students organize their tasks, deadlines, notes, and files in one place and track their progress easily.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349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 and use cases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17452"/>
            <a:ext cx="8229600" cy="59928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Target Users</a:t>
            </a:r>
          </a:p>
          <a:p>
            <a:r>
              <a:rPr lang="en-US" sz="1800" b="1" dirty="0"/>
              <a:t>End Users (Students)</a:t>
            </a:r>
            <a:r>
              <a:rPr lang="en-US" sz="1800" dirty="0"/>
              <a:t> – Students who use the application to manage tasks, deadlines, notes, files, and track their progress.</a:t>
            </a:r>
          </a:p>
          <a:p>
            <a:r>
              <a:rPr lang="en-US" sz="1800" b="1"/>
              <a:t>Administrators</a:t>
            </a:r>
            <a:r>
              <a:rPr lang="en-US" sz="1800"/>
              <a:t>(Future enhancement) </a:t>
            </a:r>
            <a:r>
              <a:rPr lang="en-US" sz="1800" dirty="0"/>
              <a:t>– Manage student accounts and basic system settings.</a:t>
            </a:r>
          </a:p>
          <a:p>
            <a:r>
              <a:rPr lang="en-US" sz="1800" b="1" dirty="0"/>
              <a:t>System Maintainers</a:t>
            </a:r>
            <a:r>
              <a:rPr lang="en-US" sz="1800" dirty="0"/>
              <a:t> – Ensure the application runs smoothly and fix technical issues if any occur.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Use Cases</a:t>
            </a:r>
          </a:p>
          <a:p>
            <a:r>
              <a:rPr lang="en-US" sz="1800" dirty="0"/>
              <a:t>User registration and secure login</a:t>
            </a:r>
          </a:p>
          <a:p>
            <a:r>
              <a:rPr lang="en-US" sz="1800" dirty="0"/>
              <a:t>Create, view, update, and delete tasks</a:t>
            </a:r>
          </a:p>
          <a:p>
            <a:r>
              <a:rPr lang="en-US" sz="1800" dirty="0"/>
              <a:t>Create and manage projects</a:t>
            </a:r>
          </a:p>
          <a:p>
            <a:r>
              <a:rPr lang="en-US" sz="1800" dirty="0"/>
              <a:t>Add and edit notes</a:t>
            </a:r>
          </a:p>
          <a:p>
            <a:r>
              <a:rPr lang="en-US" sz="1800" dirty="0"/>
              <a:t>Upload and view files (PDFs, documents)</a:t>
            </a:r>
          </a:p>
          <a:p>
            <a:r>
              <a:rPr lang="en-US" sz="1800" dirty="0"/>
              <a:t>View tasks and deadlines on the dashboard</a:t>
            </a:r>
          </a:p>
          <a:p>
            <a:r>
              <a:rPr lang="en-US" sz="1800" dirty="0"/>
              <a:t>Track personal progress through the progress board</a:t>
            </a:r>
          </a:p>
          <a:p>
            <a:r>
              <a:rPr lang="en-US" sz="1800" dirty="0"/>
              <a:t>View tasks and deadlines using the calendar</a:t>
            </a:r>
          </a:p>
          <a:p>
            <a:r>
              <a:rPr lang="en-US" sz="1800" dirty="0"/>
              <a:t>Logout and session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scope of the project</a:t>
            </a:r>
            <a:br>
              <a:rPr lang="en-US" dirty="0"/>
            </a:b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42ABCEB-657F-F8F7-2051-DFFDF728E7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209802"/>
            <a:ext cx="8229600" cy="4438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web-based Student Workspace application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Java Full Stack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user registration and login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 students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create, view, update, and delete tasks and projects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features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write notes and upload files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as PDFs or documents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 tasks, upcoming deadlines, and personal progress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a dashboard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 tasks and deadlines using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calendar view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responsive user interface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a frontend framework</a:t>
            </a:r>
          </a:p>
        </p:txBody>
      </p:sp>
    </p:spTree>
    <p:extLst>
      <p:ext uri="{BB962C8B-B14F-4D97-AF65-F5344CB8AC3E}">
        <p14:creationId xmlns:p14="http://schemas.microsoft.com/office/powerpoint/2010/main" val="2560954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Roles and Responsibilities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rontend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2410030241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S.N.V.Mukunda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ackend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2410030148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S.V.V.Rithvik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tables and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</a:t>
            </a:r>
            <a:r>
              <a:rPr lang="en-US" dirty="0"/>
              <a:t>2410030143- T. Dipak Reddy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Testing: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dirty="0"/>
              <a:t>2410030147- P. Vamsi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D31E78-FACD-A2F2-8621-0A9F978AD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4826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531</Words>
  <Application>Microsoft Office PowerPoint</Application>
  <PresentationFormat>On-screen Show (4:3)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 Student Workspace Web Application Review – 1</vt:lpstr>
      <vt:lpstr>Contents</vt:lpstr>
      <vt:lpstr>Technology Stack</vt:lpstr>
      <vt:lpstr>Student Workspace Web Application</vt:lpstr>
      <vt:lpstr>Problem statement </vt:lpstr>
      <vt:lpstr>Target users and use cases </vt:lpstr>
      <vt:lpstr>Overall scope of the project </vt:lpstr>
      <vt:lpstr>Roles and Responsibilities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Full Stack Project Review – 1</dc:title>
  <dc:subject/>
  <dc:creator>Ravi</dc:creator>
  <cp:keywords/>
  <dc:description>generated using python-pptx</dc:description>
  <cp:lastModifiedBy>Samudrala Mukunda</cp:lastModifiedBy>
  <cp:revision>12</cp:revision>
  <dcterms:created xsi:type="dcterms:W3CDTF">2013-01-27T09:14:16Z</dcterms:created>
  <dcterms:modified xsi:type="dcterms:W3CDTF">2026-02-19T15:51:28Z</dcterms:modified>
  <cp:category/>
</cp:coreProperties>
</file>