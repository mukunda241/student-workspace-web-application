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69" r:id="rId6"/>
    <p:sldId id="268" r:id="rId7"/>
    <p:sldId id="259" r:id="rId8"/>
    <p:sldId id="265" r:id="rId9"/>
    <p:sldId id="266" r:id="rId10"/>
    <p:sldId id="270" r:id="rId11"/>
    <p:sldId id="263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26" autoAdjust="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A34D0-36A1-4B1C-8446-DBEC4FF4ED8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063B7-8F9D-4939-AC1E-6BD974D87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0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063B7-8F9D-4939-AC1E-6BD974D87A9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028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663" y="2130425"/>
            <a:ext cx="8710863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Workspace Web Application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IN" dirty="0"/>
              <a:t>Review – 2</a:t>
            </a:r>
          </a:p>
          <a:p>
            <a:pPr lvl="1"/>
            <a:r>
              <a:rPr dirty="0"/>
              <a:t>Presented by:</a:t>
            </a:r>
            <a:endParaRPr lang="en-US" dirty="0"/>
          </a:p>
          <a:p>
            <a:r>
              <a:rPr lang="en-US" sz="1800" dirty="0"/>
              <a:t>           2410030241- S.N.V. Mukunda</a:t>
            </a:r>
          </a:p>
          <a:p>
            <a:r>
              <a:rPr lang="en-US" sz="1800" dirty="0"/>
              <a:t>         2410030143- T. Dipak Reddy</a:t>
            </a:r>
          </a:p>
          <a:p>
            <a:r>
              <a:rPr lang="en-US" sz="1800" dirty="0"/>
              <a:t>       2410030147- P. Vamsi</a:t>
            </a:r>
          </a:p>
          <a:p>
            <a:r>
              <a:rPr lang="en-US" sz="1800" dirty="0"/>
              <a:t>     2410030148- S.V.V. Rithvik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275348"/>
            <a:ext cx="8650704" cy="4850816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Project Title: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Workspace Web Application</a:t>
            </a:r>
          </a:p>
          <a:p>
            <a:pPr marL="0" indent="0">
              <a:buNone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3000" dirty="0">
                <a:latin typeface="Calibri (Body)"/>
                <a:cs typeface="Times New Roman" panose="02020603050405020304" pitchFamily="18" charset="0"/>
              </a:rPr>
              <a:t>Objective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To build a </a:t>
            </a:r>
            <a:r>
              <a:rPr lang="en-US" altLang="en-US" sz="2000" b="1" dirty="0">
                <a:latin typeface="Arial" panose="020B0604020202020204" pitchFamily="34" charset="0"/>
              </a:rPr>
              <a:t>student-friendly web application</a:t>
            </a:r>
            <a:r>
              <a:rPr lang="en-US" altLang="en-US" sz="2000" dirty="0">
                <a:latin typeface="Arial" panose="020B0604020202020204" pitchFamily="34" charset="0"/>
              </a:rPr>
              <a:t> that helps students plan and   manage their daily college work.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To help students </a:t>
            </a:r>
            <a:r>
              <a:rPr lang="en-US" altLang="en-US" sz="2000" b="1" dirty="0">
                <a:latin typeface="Arial" panose="020B0604020202020204" pitchFamily="34" charset="0"/>
              </a:rPr>
              <a:t>keep track of tasks, exams, and submission dates</a:t>
            </a:r>
            <a:r>
              <a:rPr lang="en-US" altLang="en-US" sz="2000" dirty="0">
                <a:latin typeface="Arial" panose="020B0604020202020204" pitchFamily="34" charset="0"/>
              </a:rPr>
              <a:t> without confusion.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To give students a place to </a:t>
            </a:r>
            <a:r>
              <a:rPr lang="en-US" altLang="en-US" sz="2000" b="1" dirty="0">
                <a:latin typeface="Arial" panose="020B0604020202020204" pitchFamily="34" charset="0"/>
              </a:rPr>
              <a:t>write notes and store study files</a:t>
            </a:r>
            <a:r>
              <a:rPr lang="en-US" altLang="en-US" sz="2000" dirty="0">
                <a:latin typeface="Arial" panose="020B0604020202020204" pitchFamily="34" charset="0"/>
              </a:rPr>
              <a:t> for easy access.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To encourage students to </a:t>
            </a:r>
            <a:r>
              <a:rPr lang="en-US" altLang="en-US" sz="2000" b="1" dirty="0">
                <a:latin typeface="Arial" panose="020B0604020202020204" pitchFamily="34" charset="0"/>
              </a:rPr>
              <a:t>complete their work on time</a:t>
            </a:r>
            <a:r>
              <a:rPr lang="en-US" altLang="en-US" sz="2000" dirty="0">
                <a:latin typeface="Arial" panose="020B0604020202020204" pitchFamily="34" charset="0"/>
              </a:rPr>
              <a:t> by showing their progress.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To help students </a:t>
            </a:r>
            <a:r>
              <a:rPr lang="en-US" sz="2000" b="1" dirty="0"/>
              <a:t>manage their time better</a:t>
            </a:r>
            <a:r>
              <a:rPr lang="en-US" sz="2000" dirty="0"/>
              <a:t>, reduce study stress, and support healthy learning habits.</a:t>
            </a:r>
            <a:endParaRPr lang="en-US" sz="20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- </a:t>
            </a:r>
            <a:r>
              <a:rPr dirty="0"/>
              <a:t>Target Users: </a:t>
            </a:r>
            <a:r>
              <a:rPr lang="en-US" dirty="0"/>
              <a:t>Students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   </a:t>
            </a:r>
            <a:r>
              <a:rPr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Frontend: </a:t>
            </a:r>
            <a:r>
              <a:rPr lang="en-US" dirty="0" err="1"/>
              <a:t>HTML,CSS,JavaScript</a:t>
            </a:r>
            <a:endParaRPr lang="en-US" dirty="0"/>
          </a:p>
          <a:p>
            <a:pPr lvl="1"/>
            <a:r>
              <a:rPr lang="en-US" dirty="0"/>
              <a:t>Framework: React</a:t>
            </a:r>
            <a:endParaRPr dirty="0"/>
          </a:p>
          <a:p>
            <a:pPr lvl="1"/>
            <a:r>
              <a:rPr dirty="0"/>
              <a:t>Backend: Java, Spring Boot</a:t>
            </a:r>
          </a:p>
          <a:p>
            <a:pPr lvl="1"/>
            <a:r>
              <a:rPr dirty="0"/>
              <a:t>Database: MySQL</a:t>
            </a:r>
          </a:p>
          <a:p>
            <a:pPr lvl="1"/>
            <a:r>
              <a:rPr dirty="0"/>
              <a:t>Tools: Git, Maven, Eclipse 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 Design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ER Diagram includes main entities:</a:t>
            </a:r>
            <a:br>
              <a:rPr lang="en-US" dirty="0"/>
            </a:br>
            <a:r>
              <a:rPr lang="en-US" dirty="0"/>
              <a:t>– User</a:t>
            </a:r>
            <a:br>
              <a:rPr lang="en-US" dirty="0"/>
            </a:br>
            <a:r>
              <a:rPr lang="en-US" dirty="0"/>
              <a:t>– Project</a:t>
            </a:r>
            <a:br>
              <a:rPr lang="en-US" dirty="0"/>
            </a:br>
            <a:r>
              <a:rPr lang="en-US" dirty="0"/>
              <a:t>– Task</a:t>
            </a:r>
            <a:br>
              <a:rPr lang="en-US" dirty="0"/>
            </a:br>
            <a:r>
              <a:rPr lang="en-US" dirty="0"/>
              <a:t>– Note</a:t>
            </a:r>
            <a:br>
              <a:rPr lang="en-US" dirty="0"/>
            </a:br>
            <a:r>
              <a:rPr lang="en-US" dirty="0"/>
              <a:t>– File</a:t>
            </a:r>
          </a:p>
          <a:p>
            <a:r>
              <a:rPr lang="en-US" dirty="0"/>
              <a:t>Defined Primary Keys for each table</a:t>
            </a:r>
            <a:br>
              <a:rPr lang="en-US" dirty="0"/>
            </a:br>
            <a:r>
              <a:rPr lang="en-US" dirty="0"/>
              <a:t>– </a:t>
            </a:r>
            <a:r>
              <a:rPr lang="en-US" dirty="0" err="1"/>
              <a:t>user_id</a:t>
            </a:r>
            <a:r>
              <a:rPr lang="en-US" dirty="0"/>
              <a:t>, </a:t>
            </a:r>
            <a:r>
              <a:rPr lang="en-US" dirty="0" err="1"/>
              <a:t>project_id</a:t>
            </a:r>
            <a:r>
              <a:rPr lang="en-US" dirty="0"/>
              <a:t>, </a:t>
            </a:r>
            <a:r>
              <a:rPr lang="en-US" dirty="0" err="1"/>
              <a:t>task_id</a:t>
            </a:r>
            <a:r>
              <a:rPr lang="en-US" dirty="0"/>
              <a:t>, </a:t>
            </a:r>
            <a:r>
              <a:rPr lang="en-US" dirty="0" err="1"/>
              <a:t>note_id</a:t>
            </a:r>
            <a:r>
              <a:rPr lang="en-US" dirty="0"/>
              <a:t>, </a:t>
            </a:r>
            <a:r>
              <a:rPr lang="en-US" dirty="0" err="1"/>
              <a:t>file_id</a:t>
            </a:r>
            <a:endParaRPr lang="en-US" dirty="0"/>
          </a:p>
          <a:p>
            <a:r>
              <a:rPr lang="en-US" dirty="0"/>
              <a:t>Foreign Keys used to maintain relationships</a:t>
            </a:r>
            <a:br>
              <a:rPr lang="en-US" dirty="0"/>
            </a:br>
            <a:r>
              <a:rPr lang="en-US" dirty="0"/>
              <a:t>– </a:t>
            </a:r>
            <a:r>
              <a:rPr lang="en-US" dirty="0" err="1"/>
              <a:t>user_id</a:t>
            </a:r>
            <a:r>
              <a:rPr lang="en-US" dirty="0"/>
              <a:t> links User with Project, Task, Note, File</a:t>
            </a:r>
            <a:br>
              <a:rPr lang="en-US" dirty="0"/>
            </a:br>
            <a:r>
              <a:rPr lang="en-US" dirty="0"/>
              <a:t>– </a:t>
            </a:r>
            <a:r>
              <a:rPr lang="en-US" dirty="0" err="1"/>
              <a:t>project_id</a:t>
            </a:r>
            <a:r>
              <a:rPr lang="en-US" dirty="0"/>
              <a:t> links Project with Task, Note, File</a:t>
            </a:r>
          </a:p>
          <a:p>
            <a:r>
              <a:rPr lang="en-US" dirty="0"/>
              <a:t>Database normalized up to 3NF</a:t>
            </a:r>
            <a:br>
              <a:rPr lang="en-US" dirty="0"/>
            </a:br>
            <a:r>
              <a:rPr lang="en-US" dirty="0"/>
              <a:t>– No duplicate data</a:t>
            </a:r>
            <a:br>
              <a:rPr lang="en-US" dirty="0"/>
            </a:br>
            <a:r>
              <a:rPr lang="en-US" dirty="0"/>
              <a:t>– Proper separation of entities</a:t>
            </a:r>
            <a:br>
              <a:rPr lang="en-US" dirty="0"/>
            </a:br>
            <a:r>
              <a:rPr lang="en-US" dirty="0"/>
              <a:t>– Maintains data integrity</a:t>
            </a:r>
          </a:p>
          <a:p>
            <a:r>
              <a:rPr lang="en-US" dirty="0"/>
              <a:t>One-to-Many relationships established</a:t>
            </a:r>
            <a:br>
              <a:rPr lang="en-US" dirty="0"/>
            </a:br>
            <a:r>
              <a:rPr lang="en-US" dirty="0"/>
              <a:t>– One User → Many Projects</a:t>
            </a:r>
            <a:br>
              <a:rPr lang="en-US" dirty="0"/>
            </a:br>
            <a:r>
              <a:rPr lang="en-US" dirty="0"/>
              <a:t>– One Project → Many Tasks / Notes /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 Tables (Sample)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/>
              <a:t>Example Tables: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– </a:t>
            </a:r>
            <a:r>
              <a:rPr lang="en-US" b="1" dirty="0"/>
              <a:t>User</a:t>
            </a:r>
            <a:br>
              <a:rPr lang="en-US" dirty="0"/>
            </a:br>
            <a:r>
              <a:rPr lang="en-US" dirty="0"/>
              <a:t>	(</a:t>
            </a:r>
            <a:r>
              <a:rPr lang="en-US" dirty="0" err="1"/>
              <a:t>user_id</a:t>
            </a:r>
            <a:r>
              <a:rPr lang="en-US" dirty="0"/>
              <a:t>, name, email, password, role, </a:t>
            </a:r>
            <a:r>
              <a:rPr lang="en-US" dirty="0" err="1"/>
              <a:t>created_at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– </a:t>
            </a:r>
            <a:r>
              <a:rPr lang="en-US" b="1" dirty="0"/>
              <a:t>Project</a:t>
            </a:r>
            <a:br>
              <a:rPr lang="en-US" dirty="0"/>
            </a:br>
            <a:r>
              <a:rPr lang="en-US" dirty="0"/>
              <a:t>	(</a:t>
            </a:r>
            <a:r>
              <a:rPr lang="en-US" dirty="0" err="1"/>
              <a:t>project_id</a:t>
            </a:r>
            <a:r>
              <a:rPr lang="en-US" dirty="0"/>
              <a:t>, title, description, </a:t>
            </a:r>
            <a:r>
              <a:rPr lang="en-US" dirty="0" err="1"/>
              <a:t>start_date</a:t>
            </a:r>
            <a:r>
              <a:rPr lang="en-US" dirty="0"/>
              <a:t>, </a:t>
            </a:r>
            <a:r>
              <a:rPr lang="en-US" dirty="0" err="1"/>
              <a:t>end_date</a:t>
            </a:r>
            <a:r>
              <a:rPr lang="en-US" dirty="0"/>
              <a:t>, </a:t>
            </a:r>
            <a:r>
              <a:rPr lang="en-US" dirty="0" err="1"/>
              <a:t>user_id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– </a:t>
            </a:r>
            <a:r>
              <a:rPr lang="en-US" b="1" dirty="0"/>
              <a:t>Task</a:t>
            </a:r>
            <a:br>
              <a:rPr lang="en-US" dirty="0"/>
            </a:br>
            <a:r>
              <a:rPr lang="en-US" dirty="0"/>
              <a:t>	(</a:t>
            </a:r>
            <a:r>
              <a:rPr lang="en-US" dirty="0" err="1"/>
              <a:t>task_id</a:t>
            </a:r>
            <a:r>
              <a:rPr lang="en-US" dirty="0"/>
              <a:t>, title, description, completed, deadline, </a:t>
            </a:r>
            <a:r>
              <a:rPr lang="en-US" dirty="0" err="1"/>
              <a:t>project_id</a:t>
            </a:r>
            <a:r>
              <a:rPr lang="en-US" dirty="0"/>
              <a:t>, </a:t>
            </a:r>
            <a:r>
              <a:rPr lang="en-US" dirty="0" err="1"/>
              <a:t>user_id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– </a:t>
            </a:r>
            <a:r>
              <a:rPr lang="en-US" b="1" dirty="0"/>
              <a:t>Note</a:t>
            </a:r>
            <a:br>
              <a:rPr lang="en-US" dirty="0"/>
            </a:br>
            <a:r>
              <a:rPr lang="en-US" dirty="0"/>
              <a:t>	(</a:t>
            </a:r>
            <a:r>
              <a:rPr lang="en-US" dirty="0" err="1"/>
              <a:t>note_id</a:t>
            </a:r>
            <a:r>
              <a:rPr lang="en-US" dirty="0"/>
              <a:t>, title, content, </a:t>
            </a:r>
            <a:r>
              <a:rPr lang="en-US" dirty="0" err="1"/>
              <a:t>created_at</a:t>
            </a:r>
            <a:r>
              <a:rPr lang="en-US" dirty="0"/>
              <a:t>, </a:t>
            </a:r>
            <a:r>
              <a:rPr lang="en-US" dirty="0" err="1"/>
              <a:t>user_id</a:t>
            </a:r>
            <a:r>
              <a:rPr lang="en-US" dirty="0"/>
              <a:t>, </a:t>
            </a:r>
            <a:r>
              <a:rPr lang="en-US" dirty="0" err="1"/>
              <a:t>project_id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– </a:t>
            </a:r>
            <a:r>
              <a:rPr lang="en-US" b="1" dirty="0"/>
              <a:t>File</a:t>
            </a:r>
            <a:br>
              <a:rPr lang="en-US" dirty="0"/>
            </a:br>
            <a:r>
              <a:rPr lang="en-US" dirty="0"/>
              <a:t>	(</a:t>
            </a:r>
            <a:r>
              <a:rPr lang="en-US" dirty="0" err="1"/>
              <a:t>file_id</a:t>
            </a:r>
            <a:r>
              <a:rPr lang="en-US" dirty="0"/>
              <a:t>, </a:t>
            </a:r>
            <a:r>
              <a:rPr lang="en-US" dirty="0" err="1"/>
              <a:t>file_name</a:t>
            </a:r>
            <a:r>
              <a:rPr lang="en-US" dirty="0"/>
              <a:t>, </a:t>
            </a:r>
            <a:r>
              <a:rPr lang="en-US" dirty="0" err="1"/>
              <a:t>file_type</a:t>
            </a:r>
            <a:r>
              <a:rPr lang="en-US" dirty="0"/>
              <a:t>, </a:t>
            </a:r>
            <a:r>
              <a:rPr lang="en-US" dirty="0" err="1"/>
              <a:t>file_path</a:t>
            </a:r>
            <a:r>
              <a:rPr lang="en-US" dirty="0"/>
              <a:t>, </a:t>
            </a:r>
            <a:r>
              <a:rPr lang="en-US" dirty="0" err="1"/>
              <a:t>uploaded_at</a:t>
            </a:r>
            <a:r>
              <a:rPr lang="en-US" dirty="0"/>
              <a:t>, </a:t>
            </a:r>
            <a:r>
              <a:rPr lang="en-US" dirty="0" err="1"/>
              <a:t>user_id</a:t>
            </a:r>
            <a:r>
              <a:rPr lang="en-US" dirty="0"/>
              <a:t>, </a:t>
            </a:r>
            <a:r>
              <a:rPr lang="en-US" dirty="0" err="1"/>
              <a:t>project_id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user_id</a:t>
            </a:r>
            <a:r>
              <a:rPr lang="en-US" dirty="0"/>
              <a:t> and </a:t>
            </a:r>
            <a:r>
              <a:rPr lang="en-US" dirty="0" err="1"/>
              <a:t>project_id</a:t>
            </a:r>
            <a:r>
              <a:rPr lang="en-US" dirty="0"/>
              <a:t> act as </a:t>
            </a:r>
            <a:r>
              <a:rPr lang="en-US" b="1" dirty="0"/>
              <a:t>Foreign Keys</a:t>
            </a:r>
            <a:r>
              <a:rPr lang="en-US" dirty="0"/>
              <a:t> to maintain relationships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Each table has a </a:t>
            </a:r>
            <a:r>
              <a:rPr lang="en-US" b="1" dirty="0"/>
              <a:t>Primary Key</a:t>
            </a:r>
            <a:r>
              <a:rPr lang="en-US" dirty="0"/>
              <a:t> for uniqueness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user_id</a:t>
            </a:r>
            <a:r>
              <a:rPr lang="en-US" dirty="0"/>
              <a:t> is used as a Foreign Key to link users with projects, tasks, notes, and files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project_id</a:t>
            </a:r>
            <a:r>
              <a:rPr lang="en-US" dirty="0"/>
              <a:t> is used to group tasks, notes, and files under a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64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Client–Server Architecture</a:t>
            </a:r>
          </a:p>
          <a:p>
            <a:r>
              <a:rPr lang="en-US" dirty="0"/>
              <a:t> Frontend sends requests to Backend using REST APIs</a:t>
            </a:r>
          </a:p>
          <a:p>
            <a:r>
              <a:rPr lang="en-US" dirty="0"/>
              <a:t> Backend follows layered structure:</a:t>
            </a:r>
            <a:br>
              <a:rPr lang="en-US" dirty="0"/>
            </a:br>
            <a:r>
              <a:rPr lang="en-US" dirty="0"/>
              <a:t>Controller → Service → Repository</a:t>
            </a:r>
          </a:p>
          <a:p>
            <a:r>
              <a:rPr lang="en-US" dirty="0"/>
              <a:t> Repository connects to MySQL database</a:t>
            </a:r>
          </a:p>
          <a:p>
            <a:r>
              <a:rPr lang="en-US" dirty="0"/>
              <a:t> Data flows from User → Server → Database → Server →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6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80" y="1407696"/>
            <a:ext cx="5185610" cy="5175666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Organized into layered architecture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sz="2800" b="1" dirty="0"/>
              <a:t>controller</a:t>
            </a:r>
            <a:r>
              <a:rPr lang="en-US" sz="2800" dirty="0"/>
              <a:t> – Handles user requests and sends responses.</a:t>
            </a:r>
          </a:p>
          <a:p>
            <a:pPr marL="0" indent="0">
              <a:buNone/>
            </a:pPr>
            <a:r>
              <a:rPr lang="en-US" sz="2800" b="1" dirty="0"/>
              <a:t>	service</a:t>
            </a:r>
            <a:r>
              <a:rPr lang="en-US" sz="2800" dirty="0"/>
              <a:t> – Contains the main business logic of the application.</a:t>
            </a:r>
          </a:p>
          <a:p>
            <a:pPr marL="0" indent="0">
              <a:buNone/>
            </a:pPr>
            <a:r>
              <a:rPr lang="en-US" sz="2800" b="1" dirty="0"/>
              <a:t>	repository</a:t>
            </a:r>
            <a:r>
              <a:rPr lang="en-US" sz="2800" dirty="0"/>
              <a:t> – Connects the application to the database.</a:t>
            </a:r>
          </a:p>
          <a:p>
            <a:pPr marL="0" indent="0">
              <a:buNone/>
            </a:pPr>
            <a:r>
              <a:rPr lang="en-US" sz="2800" b="1" dirty="0"/>
              <a:t>	model</a:t>
            </a:r>
            <a:r>
              <a:rPr lang="en-US" sz="2800" dirty="0"/>
              <a:t> – Defines the database tables as Java classes.</a:t>
            </a:r>
          </a:p>
          <a:p>
            <a:pPr marL="0" indent="0">
              <a:buNone/>
            </a:pPr>
            <a:r>
              <a:rPr lang="en-US" sz="2800" b="1" dirty="0"/>
              <a:t>	config</a:t>
            </a:r>
            <a:r>
              <a:rPr lang="en-US" sz="2800" dirty="0"/>
              <a:t> – Manages security and application settings.</a:t>
            </a:r>
          </a:p>
          <a:p>
            <a:pPr marL="457200" lvl="1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0A0AF-0903-F078-ECAC-5779CD63B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990" y="1576137"/>
            <a:ext cx="3188368" cy="44396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API Testing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348" y="1335506"/>
            <a:ext cx="8807115" cy="1720515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Used Postman to test REST APIs</a:t>
            </a:r>
          </a:p>
          <a:p>
            <a:pPr lvl="1"/>
            <a:r>
              <a:rPr dirty="0"/>
              <a:t>Verified CRUD operations</a:t>
            </a:r>
          </a:p>
          <a:p>
            <a:pPr lvl="1"/>
            <a:r>
              <a:rPr dirty="0"/>
              <a:t>Handled JSON request/response</a:t>
            </a:r>
          </a:p>
          <a:p>
            <a:pPr lvl="1"/>
            <a:r>
              <a:rPr dirty="0"/>
              <a:t>Integrated frontend with backend APIs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5E1F81-C9B9-07C5-E016-885086D7C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47" y="3056021"/>
            <a:ext cx="8807115" cy="352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95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" y="109538"/>
            <a:ext cx="8229600" cy="1143000"/>
          </a:xfrm>
        </p:spPr>
        <p:txBody>
          <a:bodyPr/>
          <a:lstStyle/>
          <a:p>
            <a:r>
              <a:rPr dirty="0"/>
              <a:t>Features Implemented (So Far)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2538"/>
            <a:ext cx="8229600" cy="26670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 User Registration</a:t>
            </a:r>
          </a:p>
          <a:p>
            <a:r>
              <a:rPr lang="en-US" dirty="0"/>
              <a:t> User Login</a:t>
            </a:r>
          </a:p>
          <a:p>
            <a:r>
              <a:rPr lang="en-US" dirty="0"/>
              <a:t> CRUD Operations</a:t>
            </a:r>
            <a:br>
              <a:rPr lang="en-US" dirty="0"/>
            </a:br>
            <a:r>
              <a:rPr lang="en-US" dirty="0"/>
              <a:t>– Create new records</a:t>
            </a:r>
            <a:br>
              <a:rPr lang="en-US" dirty="0"/>
            </a:br>
            <a:r>
              <a:rPr lang="en-US" dirty="0"/>
              <a:t>– Read data from database</a:t>
            </a:r>
            <a:br>
              <a:rPr lang="en-US" dirty="0"/>
            </a:br>
            <a:r>
              <a:rPr lang="en-US" dirty="0"/>
              <a:t>– Update existing records</a:t>
            </a:r>
            <a:br>
              <a:rPr lang="en-US" dirty="0"/>
            </a:br>
            <a:r>
              <a:rPr lang="en-US" dirty="0"/>
              <a:t>– Delete records</a:t>
            </a:r>
          </a:p>
          <a:p>
            <a:r>
              <a:rPr lang="en-US" dirty="0"/>
              <a:t> Task Management (Add &amp; View Tasks)</a:t>
            </a:r>
          </a:p>
          <a:p>
            <a:r>
              <a:rPr lang="en-US" dirty="0"/>
              <a:t> Backend validation and error handling</a:t>
            </a:r>
          </a:p>
          <a:p>
            <a:r>
              <a:rPr lang="en-US" dirty="0"/>
              <a:t> Spring Security authentication</a:t>
            </a:r>
          </a:p>
          <a:p>
            <a:r>
              <a:rPr lang="en-US" dirty="0"/>
              <a:t> REST APIs tested using Postman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D5D98-DB34-F3BF-1C8C-CD4C3082B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7771"/>
            <a:ext cx="9144000" cy="328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62" y="1405606"/>
            <a:ext cx="8434137" cy="4935036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/>
              <a:t>Issue: Port Already in Use (8080)</a:t>
            </a:r>
          </a:p>
          <a:p>
            <a:pPr marL="0" indent="0">
              <a:buNone/>
            </a:pPr>
            <a:r>
              <a:rPr lang="en-US" sz="2000" dirty="0"/>
              <a:t>	– Server failed to start</a:t>
            </a: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b="1" dirty="0"/>
              <a:t>Solution:</a:t>
            </a:r>
            <a:br>
              <a:rPr lang="en-US" sz="2000" dirty="0"/>
            </a:br>
            <a:r>
              <a:rPr lang="en-US" sz="2000" dirty="0"/>
              <a:t>	– Changed server port to 8081 in properties file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b="1" dirty="0"/>
              <a:t>Learning: </a:t>
            </a:r>
            <a:r>
              <a:rPr lang="en-US" sz="2000" dirty="0"/>
              <a:t>Importance of debugging using logs</a:t>
            </a:r>
            <a:endParaRPr lang="en-US" sz="2000" b="1" dirty="0"/>
          </a:p>
          <a:p>
            <a:r>
              <a:rPr lang="en-US" sz="2000" b="1" dirty="0"/>
              <a:t>Issue: Database Design Errors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dirty="0"/>
              <a:t>– Duplicate records during login</a:t>
            </a:r>
          </a:p>
          <a:p>
            <a:pPr marL="0" indent="0">
              <a:buNone/>
            </a:pPr>
            <a:r>
              <a:rPr lang="en-US" sz="2000" b="1" dirty="0"/>
              <a:t>	Solution: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dirty="0"/>
              <a:t>– Added unique constraint on email</a:t>
            </a:r>
          </a:p>
          <a:p>
            <a:pPr marL="0" indent="0">
              <a:buNone/>
            </a:pPr>
            <a:r>
              <a:rPr lang="en-US" sz="2000" dirty="0"/>
              <a:t>	Learning Importance of proper database constraints</a:t>
            </a:r>
          </a:p>
          <a:p>
            <a:r>
              <a:rPr lang="en-US" sz="2000" b="1" dirty="0"/>
              <a:t>Issue: Database Connection Error</a:t>
            </a:r>
          </a:p>
          <a:p>
            <a:pPr marL="0" indent="0">
              <a:buNone/>
            </a:pPr>
            <a:r>
              <a:rPr lang="en-US" sz="2000" dirty="0"/>
              <a:t>	– Application failed to start due to missing </a:t>
            </a:r>
            <a:r>
              <a:rPr lang="en-US" sz="2000" dirty="0" err="1"/>
              <a:t>datasource</a:t>
            </a:r>
            <a:r>
              <a:rPr lang="en-US" sz="2000" dirty="0"/>
              <a:t> configuration</a:t>
            </a: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b="1" dirty="0"/>
              <a:t>Solution:</a:t>
            </a:r>
            <a:br>
              <a:rPr lang="en-US" sz="2000" dirty="0"/>
            </a:br>
            <a:r>
              <a:rPr lang="en-US" sz="2000" dirty="0"/>
              <a:t>	– Corrected </a:t>
            </a:r>
            <a:r>
              <a:rPr lang="en-US" sz="2000" dirty="0" err="1"/>
              <a:t>application.properties</a:t>
            </a:r>
            <a:br>
              <a:rPr lang="en-US" sz="2000" dirty="0"/>
            </a:br>
            <a:r>
              <a:rPr lang="en-US" sz="2000" dirty="0"/>
              <a:t>	– Verified MySQL URL, username, and password</a:t>
            </a:r>
          </a:p>
          <a:p>
            <a:pPr marL="0" indent="0">
              <a:buNone/>
            </a:pPr>
            <a:endParaRPr lang="en-US" sz="2000" dirty="0"/>
          </a:p>
          <a:p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354458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r>
              <a:rPr dirty="0"/>
              <a:t>Pending features and improvements</a:t>
            </a:r>
            <a:r>
              <a:rPr lang="en-US" dirty="0"/>
              <a:t> List: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endParaRPr dirty="0"/>
          </a:p>
          <a:p>
            <a:r>
              <a:rPr dirty="0"/>
              <a:t>Performance and security enhancements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Testing and deployment plans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AAB137F-3003-B3A5-4AA4-02CF05232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116" y="1708853"/>
            <a:ext cx="62023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dashboard with progress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subject-wise organization for notes and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reminder notifications for deadlines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search and filter options for tasks, projects, and notes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6D44C30-72D1-BCF9-D701-5A66A5310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116" y="3487154"/>
            <a:ext cx="59202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 sensitive data and improve password policies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database queries for faster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JWT-based authentication for better security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829AD7C-B451-1222-8307-134C71C4D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116" y="5171796"/>
            <a:ext cx="395813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backend on cloud ( Render 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frontend 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Vercel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monitoring and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unit testing and API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F4B913-F3CE-C40C-8B94-D071D2127E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544" y="1704520"/>
            <a:ext cx="885691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developed a layered web application using Spring Boot and MySQL.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User Registration, Login, and CRUD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 normalized database with proper relationships (Primary &amp; Foreign Keys)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REST APIs and tested endpoints using Postman.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929</Words>
  <Application>Microsoft Office PowerPoint</Application>
  <PresentationFormat>On-screen Show (4:3)</PresentationFormat>
  <Paragraphs>106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(Body)</vt:lpstr>
      <vt:lpstr>Times New Roman</vt:lpstr>
      <vt:lpstr>Wingdings</vt:lpstr>
      <vt:lpstr>Office Theme</vt:lpstr>
      <vt:lpstr>Student Workspace Web Application</vt:lpstr>
      <vt:lpstr>Project Overview</vt:lpstr>
      <vt:lpstr>   Technology Stack</vt:lpstr>
      <vt:lpstr>Database Design – Overview</vt:lpstr>
      <vt:lpstr>Database Tables (Sample)</vt:lpstr>
      <vt:lpstr>System Architecture</vt:lpstr>
      <vt:lpstr>Project Structure</vt:lpstr>
      <vt:lpstr>API Testing &amp; Integration</vt:lpstr>
      <vt:lpstr>Features Implemented (So Far)</vt:lpstr>
      <vt:lpstr>Challenges &amp; Solutions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Full Stack Project Review – 1</dc:title>
  <dc:subject/>
  <dc:creator>Ravi</dc:creator>
  <cp:keywords/>
  <dc:description>generated using python-pptx</dc:description>
  <cp:lastModifiedBy>Samudrala Mukunda</cp:lastModifiedBy>
  <cp:revision>16</cp:revision>
  <dcterms:created xsi:type="dcterms:W3CDTF">2013-01-27T09:14:16Z</dcterms:created>
  <dcterms:modified xsi:type="dcterms:W3CDTF">2026-02-20T08:40:33Z</dcterms:modified>
  <cp:category/>
</cp:coreProperties>
</file>